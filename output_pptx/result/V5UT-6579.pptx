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52750"/>
            <a:ext cx="16459200" cy="21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>
                <a:solidFill>
                  <a:srgbClr val="2E4A2E"/>
                </a:solidFill>
                <a:latin typeface="Hiragino Mincho"/>
              </a:rPr>
              <a:t>高級茶 [商品名]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64592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4A4A4A"/>
                </a:solidFill>
                <a:latin typeface="Hiragino Sans"/>
              </a:rPr>
              <a:t>自然の恵み、至福の一杯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