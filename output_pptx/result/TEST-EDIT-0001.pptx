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857500"/>
            <a:ext cx="16459200" cy="2381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>
                <a:solidFill>
                  <a:srgbClr val="FFFFFF"/>
                </a:solidFill>
                <a:latin typeface="Arial"/>
              </a:rPr>
              <a:t>テストタイトル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57800"/>
            <a:ext cx="1645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Arial"/>
              </a:rPr>
              <a:t>サブタイトル</a:t>
            </a:r>
          </a:p>
          <a:p>
            <a:pPr algn="ctr"/>
            <a:r>
              <a:rPr sz="4800" b="0">
                <a:solidFill>
                  <a:srgbClr val="FFFFFF"/>
                </a:solidFill>
                <a:latin typeface="Arial"/>
              </a:rPr>
              <a:t>2行目のテスト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