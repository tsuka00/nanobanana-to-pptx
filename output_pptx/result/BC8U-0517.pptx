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429000"/>
            <a:ext cx="164592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Hiragino Sans"/>
              </a:rPr>
              <a:t>タイトルを入力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57800"/>
            <a:ext cx="1645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4AF37"/>
                </a:solidFill>
                <a:latin typeface="Hiragino Sans"/>
              </a:rPr>
              <a:t>サブタイトルを入力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