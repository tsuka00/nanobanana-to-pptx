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81250"/>
            <a:ext cx="16459200" cy="476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>
                <a:solidFill>
                  <a:srgbClr val="007BFF"/>
                </a:solidFill>
                <a:latin typeface="Hiragino Sans"/>
              </a:rPr>
              <a:t>サムネイル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81750"/>
            <a:ext cx="164592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808080"/>
                </a:solidFill>
                <a:latin typeface="Hiragino Sans"/>
              </a:rPr>
              <a:t>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