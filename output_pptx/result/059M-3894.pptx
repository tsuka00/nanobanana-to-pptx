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62250"/>
            <a:ext cx="16459200" cy="2619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Hiragino Mincho"/>
              </a:rPr>
              <a:t>静寂を、飲む。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81550"/>
            <a:ext cx="1645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4AF37"/>
                </a:solidFill>
                <a:latin typeface="Helvetica Neue"/>
              </a:rPr>
              <a:t>The Art of Tea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